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63" r:id="rId5"/>
    <p:sldId id="257" r:id="rId6"/>
  </p:sldIdLst>
  <p:sldSz cx="21907500" cy="307975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1pPr>
    <a:lvl2pPr marL="457200" algn="ctr" rtl="0" fontAlgn="base">
      <a:spcBef>
        <a:spcPct val="0"/>
      </a:spcBef>
      <a:spcAft>
        <a:spcPct val="0"/>
      </a:spcAft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2pPr>
    <a:lvl3pPr marL="914400" algn="ctr" rtl="0" fontAlgn="base">
      <a:spcBef>
        <a:spcPct val="0"/>
      </a:spcBef>
      <a:spcAft>
        <a:spcPct val="0"/>
      </a:spcAft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3pPr>
    <a:lvl4pPr marL="1371600" algn="ctr" rtl="0" fontAlgn="base">
      <a:spcBef>
        <a:spcPct val="0"/>
      </a:spcBef>
      <a:spcAft>
        <a:spcPct val="0"/>
      </a:spcAft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4pPr>
    <a:lvl5pPr marL="1828800" algn="ctr" rtl="0" fontAlgn="base">
      <a:spcBef>
        <a:spcPct val="0"/>
      </a:spcBef>
      <a:spcAft>
        <a:spcPct val="0"/>
      </a:spcAft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5pPr>
    <a:lvl6pPr marL="2286000" algn="l" defTabSz="914400" rtl="0" eaLnBrk="1" latinLnBrk="0" hangingPunct="1"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6pPr>
    <a:lvl7pPr marL="2743200" algn="l" defTabSz="914400" rtl="0" eaLnBrk="1" latinLnBrk="0" hangingPunct="1"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7pPr>
    <a:lvl8pPr marL="3200400" algn="l" defTabSz="914400" rtl="0" eaLnBrk="1" latinLnBrk="0" hangingPunct="1"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8pPr>
    <a:lvl9pPr marL="3657600" algn="l" defTabSz="914400" rtl="0" eaLnBrk="1" latinLnBrk="0" hangingPunct="1">
      <a:defRPr sz="13200" kern="1200">
        <a:solidFill>
          <a:srgbClr val="000000"/>
        </a:solidFill>
        <a:latin typeface="Gill Sans" pitchFamily="-109" charset="0"/>
        <a:ea typeface="ヒラギノ角ゴ ProN W3" charset="-128"/>
        <a:cs typeface="+mn-cs"/>
        <a:sym typeface="Gill Sans" pitchFamily="-109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191">
          <p15:clr>
            <a:srgbClr val="A4A3A4"/>
          </p15:clr>
        </p15:guide>
        <p15:guide id="2" pos="69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4A1CB"/>
    <a:srgbClr val="FB6F52"/>
    <a:srgbClr val="85CFF0"/>
    <a:srgbClr val="FFE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09"/>
    <p:restoredTop sz="94680"/>
  </p:normalViewPr>
  <p:slideViewPr>
    <p:cSldViewPr>
      <p:cViewPr>
        <p:scale>
          <a:sx n="60" d="100"/>
          <a:sy n="60" d="100"/>
        </p:scale>
        <p:origin x="824" y="-2264"/>
      </p:cViewPr>
      <p:guideLst>
        <p:guide orient="horz" pos="18191"/>
        <p:guide pos="69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42800-AB88-E34D-9A89-DF34977E98D8}" type="datetimeFigureOut">
              <a:t>22.10.24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09800" y="685800"/>
            <a:ext cx="2438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496B3-F529-9649-B0D2-2DD02A31CA2E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5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496B3-F529-9649-B0D2-2DD02A31CA2E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40056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3442A-020D-6561-2DF9-D3F3CCE11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A3A0FB1-A0FF-8E3F-CD7B-E89B7077E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D0944C6-1AF7-F1D9-7133-00A670435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B264F34-875C-CFE0-3BAC-A2A319E7D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496B3-F529-9649-B0D2-2DD02A31CA2E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0395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A5CF-9551-EC0D-A6DF-DFCD07B1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084B5EF-C89B-A632-82F4-CD5A75425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B0584D3-DA9D-C540-7718-5261E119A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450FE5-D4F3-E0F7-5240-803E09E55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496B3-F529-9649-B0D2-2DD02A31CA2E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606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EB52A-E649-F0A8-7341-B09CD6C0B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5E6F09-5B4C-ADFA-EED8-3B5B41EBF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BB71D9B-1CC3-F444-8869-5AD440C52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FE94EF-3AF7-ED19-C5D0-BBD29EA83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496B3-F529-9649-B0D2-2DD02A31CA2E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81732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8496B3-F529-9649-B0D2-2DD02A31CA2E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251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/>
              <a:t>Click to edit Master text styles</a:t>
            </a:r>
          </a:p>
          <a:p>
            <a:pPr lvl="1"/>
            <a:r>
              <a:rPr lang="de-AT"/>
              <a:t>Second level</a:t>
            </a:r>
          </a:p>
          <a:p>
            <a:pPr lvl="2"/>
            <a:r>
              <a:rPr lang="de-AT"/>
              <a:t>Third level</a:t>
            </a:r>
          </a:p>
          <a:p>
            <a:pPr lvl="3"/>
            <a:r>
              <a:rPr lang="de-AT"/>
              <a:t>Fourth level</a:t>
            </a:r>
          </a:p>
          <a:p>
            <a:pPr lvl="4"/>
            <a:r>
              <a:rPr lang="de-AT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3600" y="15875000"/>
            <a:ext cx="17627600" cy="3568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pitchFamily="-109" charset="0"/>
              </a:rPr>
              <a:t>Click to edit Master text styles</a:t>
            </a:r>
          </a:p>
          <a:p>
            <a:pPr lvl="1"/>
            <a:r>
              <a:rPr lang="en-US">
                <a:sym typeface="Gill Sans" pitchFamily="-109" charset="0"/>
              </a:rPr>
              <a:t>Second level</a:t>
            </a:r>
          </a:p>
          <a:p>
            <a:pPr lvl="2"/>
            <a:r>
              <a:rPr lang="en-US">
                <a:sym typeface="Gill Sans" pitchFamily="-109" charset="0"/>
              </a:rPr>
              <a:t>Third level</a:t>
            </a:r>
          </a:p>
          <a:p>
            <a:pPr lvl="3"/>
            <a:r>
              <a:rPr lang="en-US">
                <a:sym typeface="Gill Sans" pitchFamily="-109" charset="0"/>
              </a:rPr>
              <a:t>Fourth level</a:t>
            </a:r>
          </a:p>
          <a:p>
            <a:pPr lvl="4"/>
            <a:r>
              <a:rPr lang="en-US">
                <a:sym typeface="Gill Sans" pitchFamily="-109" charset="0"/>
              </a:rPr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33600" y="5168900"/>
            <a:ext cx="17627600" cy="10426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Gill Sans" pitchFamily="-109" charset="0"/>
              </a:rP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+mj-lt"/>
          <a:ea typeface="+mj-ea"/>
          <a:cs typeface="+mj-cs"/>
          <a:sym typeface="Gill Sans" pitchFamily="-109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6400">
          <a:solidFill>
            <a:schemeClr val="tx1"/>
          </a:solidFill>
          <a:latin typeface="Gill Sans" pitchFamily="-109" charset="0"/>
          <a:ea typeface="ヒラギノ角ゴ ProN W3" charset="-128"/>
          <a:cs typeface="ヒラギノ角ゴ ProN W3" charset="-128"/>
          <a:sym typeface="Gill Sans" pitchFamily="-109" charset="0"/>
        </a:defRPr>
      </a:lvl9pPr>
    </p:titleStyle>
    <p:bodyStyle>
      <a:lvl1pPr marL="342900" indent="-342900" algn="ctr" rtl="0" eaLnBrk="0" fontAlgn="base" hangingPunct="0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1pPr>
      <a:lvl2pPr marL="742950" indent="-285750" algn="ctr" rtl="0" eaLnBrk="0" fontAlgn="base" hangingPunct="0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2pPr>
      <a:lvl3pPr marL="1143000" indent="-228600" algn="ctr" rtl="0" eaLnBrk="0" fontAlgn="base" hangingPunct="0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3pPr>
      <a:lvl4pPr marL="1600200" indent="-228600" algn="ctr" rtl="0" eaLnBrk="0" fontAlgn="base" hangingPunct="0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4pPr>
      <a:lvl5pPr marL="2057400" indent="-228600" algn="ctr" rtl="0" eaLnBrk="0" fontAlgn="base" hangingPunct="0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11200">
          <a:solidFill>
            <a:schemeClr val="tx1"/>
          </a:solidFill>
          <a:latin typeface="+mn-lt"/>
          <a:ea typeface="+mn-ea"/>
          <a:cs typeface="+mn-cs"/>
          <a:sym typeface="Gill Sans" pitchFamily="-109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012ACDDA-E553-BA2A-F788-6AEE61A581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-27490" y="27720000"/>
            <a:ext cx="21962457" cy="3077500"/>
          </a:xfrm>
          <a:prstGeom prst="rect">
            <a:avLst/>
          </a:prstGeom>
          <a:solidFill>
            <a:srgbClr val="FFE16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pitchFamily="-109" charset="0"/>
              <a:ea typeface="ヒラギノ角ゴ ProN W3" charset="-128"/>
              <a:cs typeface="ヒラギノ角ゴ ProN W3" charset="-128"/>
              <a:sym typeface="Gill Sans" pitchFamily="-109" charset="0"/>
            </a:endParaRPr>
          </a:p>
        </p:txBody>
      </p:sp>
      <p:sp>
        <p:nvSpPr>
          <p:cNvPr id="173059" name="Rectangle 2"/>
          <p:cNvSpPr>
            <a:spLocks/>
          </p:cNvSpPr>
          <p:nvPr/>
        </p:nvSpPr>
        <p:spPr bwMode="auto">
          <a:xfrm>
            <a:off x="1672030" y="3085382"/>
            <a:ext cx="10998200" cy="181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</a:pPr>
            <a:r>
              <a:rPr lang="en-US" sz="56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Title</a:t>
            </a:r>
          </a:p>
          <a:p>
            <a:pPr algn="l">
              <a:lnSpc>
                <a:spcPct val="120000"/>
              </a:lnSpc>
            </a:pPr>
            <a:r>
              <a:rPr lang="en-US" sz="45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Subtitle</a:t>
            </a:r>
          </a:p>
        </p:txBody>
      </p:sp>
      <p:sp>
        <p:nvSpPr>
          <p:cNvPr id="173060" name="Rectangle 3"/>
          <p:cNvSpPr>
            <a:spLocks/>
          </p:cNvSpPr>
          <p:nvPr/>
        </p:nvSpPr>
        <p:spPr bwMode="auto">
          <a:xfrm>
            <a:off x="1683742" y="5850807"/>
            <a:ext cx="10998200" cy="3390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/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Content</a:t>
            </a:r>
            <a:endParaRPr lang="en-US" sz="22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1" name="Rectangle 4"/>
          <p:cNvSpPr>
            <a:spLocks/>
          </p:cNvSpPr>
          <p:nvPr/>
        </p:nvSpPr>
        <p:spPr bwMode="auto">
          <a:xfrm>
            <a:off x="953501" y="28254659"/>
            <a:ext cx="4175298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Course of studies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MM/YYYY</a:t>
            </a:r>
          </a:p>
        </p:txBody>
      </p:sp>
      <p:sp>
        <p:nvSpPr>
          <p:cNvPr id="173062" name="Rectangle 5"/>
          <p:cNvSpPr>
            <a:spLocks/>
          </p:cNvSpPr>
          <p:nvPr/>
        </p:nvSpPr>
        <p:spPr bwMode="auto">
          <a:xfrm>
            <a:off x="5265118" y="28216174"/>
            <a:ext cx="5029200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Student(s)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3" name="Rectangle 6"/>
          <p:cNvSpPr>
            <a:spLocks/>
          </p:cNvSpPr>
          <p:nvPr/>
        </p:nvSpPr>
        <p:spPr bwMode="auto">
          <a:xfrm>
            <a:off x="10080000" y="28216174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Supervisor at FHV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</p:txBody>
      </p:sp>
      <p:sp>
        <p:nvSpPr>
          <p:cNvPr id="173064" name="Rectangle 7"/>
          <p:cNvSpPr>
            <a:spLocks/>
          </p:cNvSpPr>
          <p:nvPr/>
        </p:nvSpPr>
        <p:spPr bwMode="auto">
          <a:xfrm>
            <a:off x="10080000" y="29224286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Client company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name, company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000" y="36000"/>
            <a:ext cx="216000" cy="216000"/>
            <a:chOff x="0" y="0"/>
            <a:chExt cx="216000" cy="216000"/>
          </a:xfrm>
        </p:grpSpPr>
        <p:cxnSp>
          <p:nvCxnSpPr>
            <p:cNvPr id="6" name="Straight Connector 5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/>
          <p:cNvGrpSpPr/>
          <p:nvPr/>
        </p:nvGrpSpPr>
        <p:grpSpPr>
          <a:xfrm rot="5400000">
            <a:off x="21657600" y="36000"/>
            <a:ext cx="216000" cy="216000"/>
            <a:chOff x="0" y="0"/>
            <a:chExt cx="216000" cy="2160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 rot="10800000">
            <a:off x="21654000" y="30546000"/>
            <a:ext cx="216000" cy="216000"/>
            <a:chOff x="0" y="0"/>
            <a:chExt cx="216000" cy="2160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Group 31"/>
          <p:cNvGrpSpPr/>
          <p:nvPr/>
        </p:nvGrpSpPr>
        <p:grpSpPr>
          <a:xfrm rot="16200000">
            <a:off x="36000" y="30546000"/>
            <a:ext cx="216000" cy="216000"/>
            <a:chOff x="0" y="0"/>
            <a:chExt cx="216000" cy="2160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68231772-A2CA-C0CF-3F4A-2132D4A10A1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718" y="28552723"/>
            <a:ext cx="4745143" cy="114825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D9D87-85C2-3D8D-DC70-2830BA13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D416D2A-A3D4-EBB1-A171-30140021E5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-27490" y="27720000"/>
            <a:ext cx="21962457" cy="3077500"/>
          </a:xfrm>
          <a:prstGeom prst="rect">
            <a:avLst/>
          </a:prstGeom>
          <a:solidFill>
            <a:srgbClr val="85CFF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pitchFamily="-109" charset="0"/>
              <a:ea typeface="ヒラギノ角ゴ ProN W3" charset="-128"/>
              <a:cs typeface="ヒラギノ角ゴ ProN W3" charset="-128"/>
              <a:sym typeface="Gill Sans" pitchFamily="-109" charset="0"/>
            </a:endParaRPr>
          </a:p>
        </p:txBody>
      </p:sp>
      <p:sp>
        <p:nvSpPr>
          <p:cNvPr id="173059" name="Rectangle 2">
            <a:extLst>
              <a:ext uri="{FF2B5EF4-FFF2-40B4-BE49-F238E27FC236}">
                <a16:creationId xmlns:a16="http://schemas.microsoft.com/office/drawing/2014/main" id="{EB82923E-4E02-9902-0625-26F0DF4B2E6A}"/>
              </a:ext>
            </a:extLst>
          </p:cNvPr>
          <p:cNvSpPr>
            <a:spLocks/>
          </p:cNvSpPr>
          <p:nvPr/>
        </p:nvSpPr>
        <p:spPr bwMode="auto">
          <a:xfrm>
            <a:off x="1672030" y="3085382"/>
            <a:ext cx="10998200" cy="181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</a:pPr>
            <a:r>
              <a:rPr lang="en-US" sz="56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Title</a:t>
            </a:r>
          </a:p>
          <a:p>
            <a:pPr algn="l">
              <a:lnSpc>
                <a:spcPct val="120000"/>
              </a:lnSpc>
            </a:pPr>
            <a:r>
              <a:rPr lang="en-US" sz="45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Subtitle</a:t>
            </a:r>
          </a:p>
        </p:txBody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ED42A911-A724-6834-4FD7-597868FE11EF}"/>
              </a:ext>
            </a:extLst>
          </p:cNvPr>
          <p:cNvSpPr>
            <a:spLocks/>
          </p:cNvSpPr>
          <p:nvPr/>
        </p:nvSpPr>
        <p:spPr bwMode="auto">
          <a:xfrm>
            <a:off x="1683742" y="5850807"/>
            <a:ext cx="10998200" cy="3390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/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Content</a:t>
            </a:r>
            <a:endParaRPr lang="en-US" sz="22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1" name="Rectangle 4">
            <a:extLst>
              <a:ext uri="{FF2B5EF4-FFF2-40B4-BE49-F238E27FC236}">
                <a16:creationId xmlns:a16="http://schemas.microsoft.com/office/drawing/2014/main" id="{978C2383-A602-5784-51C5-8E4F736AC793}"/>
              </a:ext>
            </a:extLst>
          </p:cNvPr>
          <p:cNvSpPr>
            <a:spLocks/>
          </p:cNvSpPr>
          <p:nvPr/>
        </p:nvSpPr>
        <p:spPr bwMode="auto">
          <a:xfrm>
            <a:off x="953501" y="28254659"/>
            <a:ext cx="4175298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Course of studies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MM/YYYY</a:t>
            </a:r>
          </a:p>
        </p:txBody>
      </p:sp>
      <p:sp>
        <p:nvSpPr>
          <p:cNvPr id="173062" name="Rectangle 5">
            <a:extLst>
              <a:ext uri="{FF2B5EF4-FFF2-40B4-BE49-F238E27FC236}">
                <a16:creationId xmlns:a16="http://schemas.microsoft.com/office/drawing/2014/main" id="{3020CFAF-D48B-0332-E13E-30E32A85CCEC}"/>
              </a:ext>
            </a:extLst>
          </p:cNvPr>
          <p:cNvSpPr>
            <a:spLocks/>
          </p:cNvSpPr>
          <p:nvPr/>
        </p:nvSpPr>
        <p:spPr bwMode="auto">
          <a:xfrm>
            <a:off x="5265118" y="28216174"/>
            <a:ext cx="5029200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Student(s)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3" name="Rectangle 6">
            <a:extLst>
              <a:ext uri="{FF2B5EF4-FFF2-40B4-BE49-F238E27FC236}">
                <a16:creationId xmlns:a16="http://schemas.microsoft.com/office/drawing/2014/main" id="{1EAB5D2A-DB3E-7DFA-C7A2-FC761BF81236}"/>
              </a:ext>
            </a:extLst>
          </p:cNvPr>
          <p:cNvSpPr>
            <a:spLocks/>
          </p:cNvSpPr>
          <p:nvPr/>
        </p:nvSpPr>
        <p:spPr bwMode="auto">
          <a:xfrm>
            <a:off x="10080000" y="28216174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Supervisor at FHV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</p:txBody>
      </p:sp>
      <p:sp>
        <p:nvSpPr>
          <p:cNvPr id="173064" name="Rectangle 7">
            <a:extLst>
              <a:ext uri="{FF2B5EF4-FFF2-40B4-BE49-F238E27FC236}">
                <a16:creationId xmlns:a16="http://schemas.microsoft.com/office/drawing/2014/main" id="{DF14DA20-C91B-8FF0-D5C8-EFCB6D940299}"/>
              </a:ext>
            </a:extLst>
          </p:cNvPr>
          <p:cNvSpPr>
            <a:spLocks/>
          </p:cNvSpPr>
          <p:nvPr/>
        </p:nvSpPr>
        <p:spPr bwMode="auto">
          <a:xfrm>
            <a:off x="10080000" y="29224286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Client company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name, company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286C502-5408-AAB0-D459-4EE2DEA41D6F}"/>
              </a:ext>
            </a:extLst>
          </p:cNvPr>
          <p:cNvGrpSpPr/>
          <p:nvPr/>
        </p:nvGrpSpPr>
        <p:grpSpPr>
          <a:xfrm>
            <a:off x="36000" y="36000"/>
            <a:ext cx="216000" cy="216000"/>
            <a:chOff x="0" y="0"/>
            <a:chExt cx="216000" cy="216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9AE8DC7-3CBF-A468-73DE-F44337967D78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E00F6A5-88F1-4662-754E-5AD797DEB029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51B2270-52A3-FA72-618A-9522CF20802A}"/>
              </a:ext>
            </a:extLst>
          </p:cNvPr>
          <p:cNvGrpSpPr/>
          <p:nvPr/>
        </p:nvGrpSpPr>
        <p:grpSpPr>
          <a:xfrm rot="5400000">
            <a:off x="21657600" y="36000"/>
            <a:ext cx="216000" cy="216000"/>
            <a:chOff x="0" y="0"/>
            <a:chExt cx="216000" cy="216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354AAE2-38C2-6731-20B3-B229BEBFE45C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DD8D32-F0FF-EACE-8C9F-A090C24C66FE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9EB7D1-9E8B-9920-0E67-16B88FA490E7}"/>
              </a:ext>
            </a:extLst>
          </p:cNvPr>
          <p:cNvGrpSpPr/>
          <p:nvPr/>
        </p:nvGrpSpPr>
        <p:grpSpPr>
          <a:xfrm rot="10800000">
            <a:off x="21654000" y="30546000"/>
            <a:ext cx="216000" cy="216000"/>
            <a:chOff x="0" y="0"/>
            <a:chExt cx="216000" cy="2160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F823076-309D-65B0-0696-76E72F7EFE44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0E4C594-BF3F-4C16-50E3-94D3331571C3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A81A6D7-855B-06D8-420B-11B4D2322739}"/>
              </a:ext>
            </a:extLst>
          </p:cNvPr>
          <p:cNvGrpSpPr/>
          <p:nvPr/>
        </p:nvGrpSpPr>
        <p:grpSpPr>
          <a:xfrm rot="16200000">
            <a:off x="36000" y="30546000"/>
            <a:ext cx="216000" cy="216000"/>
            <a:chOff x="0" y="0"/>
            <a:chExt cx="216000" cy="2160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ED6740-6FBD-A0B8-363A-AAAFC7682997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A58326B-0506-C965-9488-D821968733B5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C410FFB9-3646-715C-AE0B-AE449406DF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718" y="28552723"/>
            <a:ext cx="4745143" cy="11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3263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23A5E-D004-C16F-EBF4-3D14716C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0C34340-BE65-0B34-AF37-14C790D5A9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-27490" y="27720000"/>
            <a:ext cx="21962457" cy="3077500"/>
          </a:xfrm>
          <a:prstGeom prst="rect">
            <a:avLst/>
          </a:prstGeom>
          <a:solidFill>
            <a:srgbClr val="FB6F5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pitchFamily="-109" charset="0"/>
              <a:ea typeface="ヒラギノ角ゴ ProN W3" charset="-128"/>
              <a:cs typeface="ヒラギノ角ゴ ProN W3" charset="-128"/>
              <a:sym typeface="Gill Sans" pitchFamily="-109" charset="0"/>
            </a:endParaRPr>
          </a:p>
        </p:txBody>
      </p:sp>
      <p:sp>
        <p:nvSpPr>
          <p:cNvPr id="173059" name="Rectangle 2">
            <a:extLst>
              <a:ext uri="{FF2B5EF4-FFF2-40B4-BE49-F238E27FC236}">
                <a16:creationId xmlns:a16="http://schemas.microsoft.com/office/drawing/2014/main" id="{EC935204-1D12-6B56-0786-944AAE330E9E}"/>
              </a:ext>
            </a:extLst>
          </p:cNvPr>
          <p:cNvSpPr>
            <a:spLocks/>
          </p:cNvSpPr>
          <p:nvPr/>
        </p:nvSpPr>
        <p:spPr bwMode="auto">
          <a:xfrm>
            <a:off x="1672030" y="3085382"/>
            <a:ext cx="10998200" cy="181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</a:pPr>
            <a:r>
              <a:rPr lang="en-US" sz="56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Title</a:t>
            </a:r>
          </a:p>
          <a:p>
            <a:pPr algn="l">
              <a:lnSpc>
                <a:spcPct val="120000"/>
              </a:lnSpc>
            </a:pPr>
            <a:r>
              <a:rPr lang="en-US" sz="45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Subtitle</a:t>
            </a:r>
          </a:p>
        </p:txBody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1DE3769A-4195-0F98-7B69-B2D12E9EAAEF}"/>
              </a:ext>
            </a:extLst>
          </p:cNvPr>
          <p:cNvSpPr>
            <a:spLocks/>
          </p:cNvSpPr>
          <p:nvPr/>
        </p:nvSpPr>
        <p:spPr bwMode="auto">
          <a:xfrm>
            <a:off x="1683742" y="5850807"/>
            <a:ext cx="10998200" cy="3390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/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Content</a:t>
            </a:r>
            <a:endParaRPr lang="en-US" sz="22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1" name="Rectangle 4">
            <a:extLst>
              <a:ext uri="{FF2B5EF4-FFF2-40B4-BE49-F238E27FC236}">
                <a16:creationId xmlns:a16="http://schemas.microsoft.com/office/drawing/2014/main" id="{1D2729BB-5E41-31D5-4AD9-C52A4808E4E0}"/>
              </a:ext>
            </a:extLst>
          </p:cNvPr>
          <p:cNvSpPr>
            <a:spLocks/>
          </p:cNvSpPr>
          <p:nvPr/>
        </p:nvSpPr>
        <p:spPr bwMode="auto">
          <a:xfrm>
            <a:off x="953501" y="28254659"/>
            <a:ext cx="4175298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Course of studies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MM/YYYY</a:t>
            </a:r>
          </a:p>
        </p:txBody>
      </p:sp>
      <p:sp>
        <p:nvSpPr>
          <p:cNvPr id="173062" name="Rectangle 5">
            <a:extLst>
              <a:ext uri="{FF2B5EF4-FFF2-40B4-BE49-F238E27FC236}">
                <a16:creationId xmlns:a16="http://schemas.microsoft.com/office/drawing/2014/main" id="{5B9A1A03-D06F-BAE8-CDBC-7E6279413D08}"/>
              </a:ext>
            </a:extLst>
          </p:cNvPr>
          <p:cNvSpPr>
            <a:spLocks/>
          </p:cNvSpPr>
          <p:nvPr/>
        </p:nvSpPr>
        <p:spPr bwMode="auto">
          <a:xfrm>
            <a:off x="5265118" y="28216174"/>
            <a:ext cx="5029200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Student(s)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3" name="Rectangle 6">
            <a:extLst>
              <a:ext uri="{FF2B5EF4-FFF2-40B4-BE49-F238E27FC236}">
                <a16:creationId xmlns:a16="http://schemas.microsoft.com/office/drawing/2014/main" id="{05BA3854-FDF6-8DE1-A71D-8F095D85EDDE}"/>
              </a:ext>
            </a:extLst>
          </p:cNvPr>
          <p:cNvSpPr>
            <a:spLocks/>
          </p:cNvSpPr>
          <p:nvPr/>
        </p:nvSpPr>
        <p:spPr bwMode="auto">
          <a:xfrm>
            <a:off x="10080000" y="28216174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Supervisor at FHV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</p:txBody>
      </p:sp>
      <p:sp>
        <p:nvSpPr>
          <p:cNvPr id="173064" name="Rectangle 7">
            <a:extLst>
              <a:ext uri="{FF2B5EF4-FFF2-40B4-BE49-F238E27FC236}">
                <a16:creationId xmlns:a16="http://schemas.microsoft.com/office/drawing/2014/main" id="{1CABFDCC-966C-BE67-7E79-A520CB45DC9A}"/>
              </a:ext>
            </a:extLst>
          </p:cNvPr>
          <p:cNvSpPr>
            <a:spLocks/>
          </p:cNvSpPr>
          <p:nvPr/>
        </p:nvSpPr>
        <p:spPr bwMode="auto">
          <a:xfrm>
            <a:off x="10080000" y="29224286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Client company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name, company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8B5D4F-A10D-BD90-77AD-76E67138FCE0}"/>
              </a:ext>
            </a:extLst>
          </p:cNvPr>
          <p:cNvGrpSpPr/>
          <p:nvPr/>
        </p:nvGrpSpPr>
        <p:grpSpPr>
          <a:xfrm>
            <a:off x="36000" y="36000"/>
            <a:ext cx="216000" cy="216000"/>
            <a:chOff x="0" y="0"/>
            <a:chExt cx="216000" cy="216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C5967EA-1ED9-7FDA-1D7F-2C141220E591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FD9193E-47FB-94D4-F7A2-E2BE6A41326F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8A5E68-D568-3C3E-7F76-1D6FD538CAC2}"/>
              </a:ext>
            </a:extLst>
          </p:cNvPr>
          <p:cNvGrpSpPr/>
          <p:nvPr/>
        </p:nvGrpSpPr>
        <p:grpSpPr>
          <a:xfrm rot="5400000">
            <a:off x="21657600" y="36000"/>
            <a:ext cx="216000" cy="216000"/>
            <a:chOff x="0" y="0"/>
            <a:chExt cx="216000" cy="216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CEEF6AA-8BB7-8BB2-7F5E-8219CF443A11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D0792F-FAA3-6000-9F52-2D57B65F208D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D4254FB-470F-1BD9-F9DE-CD785151E7E5}"/>
              </a:ext>
            </a:extLst>
          </p:cNvPr>
          <p:cNvGrpSpPr/>
          <p:nvPr/>
        </p:nvGrpSpPr>
        <p:grpSpPr>
          <a:xfrm rot="10800000">
            <a:off x="21654000" y="30546000"/>
            <a:ext cx="216000" cy="216000"/>
            <a:chOff x="0" y="0"/>
            <a:chExt cx="216000" cy="2160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A0F50E0-66C2-69D6-5DDB-157A80EBBC2B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9BEFBD-1730-FFF3-623E-66968CA957D8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B3396ED-1A8A-B0EE-F9B0-874A0F729613}"/>
              </a:ext>
            </a:extLst>
          </p:cNvPr>
          <p:cNvGrpSpPr/>
          <p:nvPr/>
        </p:nvGrpSpPr>
        <p:grpSpPr>
          <a:xfrm rot="16200000">
            <a:off x="36000" y="30546000"/>
            <a:ext cx="216000" cy="216000"/>
            <a:chOff x="0" y="0"/>
            <a:chExt cx="216000" cy="2160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6AC6353-0D6D-0CE5-7368-D543D978CE20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41098D-635E-5361-8963-F4BB2C1B55CC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481335F4-E22C-2ABD-8000-2B190A9599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718" y="28552723"/>
            <a:ext cx="4745143" cy="11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830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83EA9-44BE-6220-DF4B-402F5C534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3FF60E3-9451-1CC7-C77F-AD6AAC4DF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-27490" y="27720000"/>
            <a:ext cx="21962457" cy="3077500"/>
          </a:xfrm>
          <a:prstGeom prst="rect">
            <a:avLst/>
          </a:prstGeom>
          <a:solidFill>
            <a:srgbClr val="C4A1CB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Gill Sans" pitchFamily="-109" charset="0"/>
              <a:ea typeface="ヒラギノ角ゴ ProN W3" charset="-128"/>
              <a:cs typeface="ヒラギノ角ゴ ProN W3" charset="-128"/>
              <a:sym typeface="Gill Sans" pitchFamily="-109" charset="0"/>
            </a:endParaRPr>
          </a:p>
        </p:txBody>
      </p:sp>
      <p:sp>
        <p:nvSpPr>
          <p:cNvPr id="173059" name="Rectangle 2">
            <a:extLst>
              <a:ext uri="{FF2B5EF4-FFF2-40B4-BE49-F238E27FC236}">
                <a16:creationId xmlns:a16="http://schemas.microsoft.com/office/drawing/2014/main" id="{C2C3654A-9C12-38F1-8679-94019613ABCA}"/>
              </a:ext>
            </a:extLst>
          </p:cNvPr>
          <p:cNvSpPr>
            <a:spLocks/>
          </p:cNvSpPr>
          <p:nvPr/>
        </p:nvSpPr>
        <p:spPr bwMode="auto">
          <a:xfrm>
            <a:off x="1672030" y="3085382"/>
            <a:ext cx="10998200" cy="181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</a:pPr>
            <a:r>
              <a:rPr lang="en-US" sz="56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Title</a:t>
            </a:r>
          </a:p>
          <a:p>
            <a:pPr algn="l">
              <a:lnSpc>
                <a:spcPct val="120000"/>
              </a:lnSpc>
            </a:pPr>
            <a:r>
              <a:rPr lang="en-US" sz="45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Subtitle</a:t>
            </a:r>
          </a:p>
        </p:txBody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7AAF2C91-E309-9AD4-D815-0ED99307A1AE}"/>
              </a:ext>
            </a:extLst>
          </p:cNvPr>
          <p:cNvSpPr>
            <a:spLocks/>
          </p:cNvSpPr>
          <p:nvPr/>
        </p:nvSpPr>
        <p:spPr bwMode="auto">
          <a:xfrm>
            <a:off x="1683742" y="5850807"/>
            <a:ext cx="10998200" cy="3390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/>
            <a:r>
              <a:rPr lang="en-US" sz="220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Content</a:t>
            </a:r>
            <a:endParaRPr lang="en-US" sz="2200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1" name="Rectangle 4">
            <a:extLst>
              <a:ext uri="{FF2B5EF4-FFF2-40B4-BE49-F238E27FC236}">
                <a16:creationId xmlns:a16="http://schemas.microsoft.com/office/drawing/2014/main" id="{C656FBDD-AC38-7BE9-D8EB-7286CC5FDA45}"/>
              </a:ext>
            </a:extLst>
          </p:cNvPr>
          <p:cNvSpPr>
            <a:spLocks/>
          </p:cNvSpPr>
          <p:nvPr/>
        </p:nvSpPr>
        <p:spPr bwMode="auto">
          <a:xfrm>
            <a:off x="953501" y="28254659"/>
            <a:ext cx="4175298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Course of studies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/>
                <a:sym typeface="Arial Bold" charset="0"/>
              </a:rPr>
              <a:t>MM/YYYY</a:t>
            </a:r>
          </a:p>
        </p:txBody>
      </p:sp>
      <p:sp>
        <p:nvSpPr>
          <p:cNvPr id="173062" name="Rectangle 5">
            <a:extLst>
              <a:ext uri="{FF2B5EF4-FFF2-40B4-BE49-F238E27FC236}">
                <a16:creationId xmlns:a16="http://schemas.microsoft.com/office/drawing/2014/main" id="{578E5604-091D-9FA1-4430-69C61781AD2A}"/>
              </a:ext>
            </a:extLst>
          </p:cNvPr>
          <p:cNvSpPr>
            <a:spLocks/>
          </p:cNvSpPr>
          <p:nvPr/>
        </p:nvSpPr>
        <p:spPr bwMode="auto">
          <a:xfrm>
            <a:off x="5265118" y="28216174"/>
            <a:ext cx="5029200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Student(s)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chemeClr val="tx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3" name="Rectangle 6">
            <a:extLst>
              <a:ext uri="{FF2B5EF4-FFF2-40B4-BE49-F238E27FC236}">
                <a16:creationId xmlns:a16="http://schemas.microsoft.com/office/drawing/2014/main" id="{2525C440-5CE4-B809-DAC1-D3FCE1090112}"/>
              </a:ext>
            </a:extLst>
          </p:cNvPr>
          <p:cNvSpPr>
            <a:spLocks/>
          </p:cNvSpPr>
          <p:nvPr/>
        </p:nvSpPr>
        <p:spPr bwMode="auto">
          <a:xfrm>
            <a:off x="10080000" y="28216174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Supervisor at FHV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</p:txBody>
      </p:sp>
      <p:sp>
        <p:nvSpPr>
          <p:cNvPr id="173064" name="Rectangle 7">
            <a:extLst>
              <a:ext uri="{FF2B5EF4-FFF2-40B4-BE49-F238E27FC236}">
                <a16:creationId xmlns:a16="http://schemas.microsoft.com/office/drawing/2014/main" id="{B41D0A93-C3DE-6C70-6201-7BB1D4F40B2E}"/>
              </a:ext>
            </a:extLst>
          </p:cNvPr>
          <p:cNvSpPr>
            <a:spLocks/>
          </p:cNvSpPr>
          <p:nvPr/>
        </p:nvSpPr>
        <p:spPr bwMode="auto">
          <a:xfrm>
            <a:off x="10080000" y="29224286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Client company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First name Last name, company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826F73-BB4A-C688-ECE0-502A6305E884}"/>
              </a:ext>
            </a:extLst>
          </p:cNvPr>
          <p:cNvGrpSpPr/>
          <p:nvPr/>
        </p:nvGrpSpPr>
        <p:grpSpPr>
          <a:xfrm>
            <a:off x="36000" y="36000"/>
            <a:ext cx="216000" cy="216000"/>
            <a:chOff x="0" y="0"/>
            <a:chExt cx="216000" cy="216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D2B7106-410C-7BB9-C475-6342EF56A691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C0EA3C-3E67-51B9-F6D9-B004FFDF647E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EA18F6-7942-E504-A064-7B1874B255CC}"/>
              </a:ext>
            </a:extLst>
          </p:cNvPr>
          <p:cNvGrpSpPr/>
          <p:nvPr/>
        </p:nvGrpSpPr>
        <p:grpSpPr>
          <a:xfrm rot="5400000">
            <a:off x="21657600" y="36000"/>
            <a:ext cx="216000" cy="216000"/>
            <a:chOff x="0" y="0"/>
            <a:chExt cx="216000" cy="216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1F03D94-F240-ADD4-694D-D42C47A84517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2F0567-A694-5B51-CC0E-526C5D1EA1A7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6B6B86B-AE22-D130-12FF-C8856288217D}"/>
              </a:ext>
            </a:extLst>
          </p:cNvPr>
          <p:cNvGrpSpPr/>
          <p:nvPr/>
        </p:nvGrpSpPr>
        <p:grpSpPr>
          <a:xfrm rot="10800000">
            <a:off x="21654000" y="30546000"/>
            <a:ext cx="216000" cy="216000"/>
            <a:chOff x="0" y="0"/>
            <a:chExt cx="216000" cy="2160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C8F777-D48C-4DB7-5DD4-4617A8EC024B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51D801A-E969-3268-4BD4-E5B74B6970BE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D9C056-EBBF-DE60-5996-3CA8275D0A7A}"/>
              </a:ext>
            </a:extLst>
          </p:cNvPr>
          <p:cNvGrpSpPr/>
          <p:nvPr/>
        </p:nvGrpSpPr>
        <p:grpSpPr>
          <a:xfrm rot="16200000">
            <a:off x="36000" y="30546000"/>
            <a:ext cx="216000" cy="216000"/>
            <a:chOff x="0" y="0"/>
            <a:chExt cx="216000" cy="21600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53AD665-9345-B21C-75B1-C554D88D0B99}"/>
                </a:ext>
              </a:extLst>
            </p:cNvPr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BB91571-E197-B227-89A2-1AB76C71967C}"/>
                </a:ext>
              </a:extLst>
            </p:cNvPr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73676386-4462-5B6A-5274-421FD80EC6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718" y="28552723"/>
            <a:ext cx="4745143" cy="11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8234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27669206"/>
            <a:ext cx="21907500" cy="3128294"/>
          </a:xfrm>
          <a:prstGeom prst="rect">
            <a:avLst/>
          </a:prstGeom>
          <a:solidFill>
            <a:schemeClr val="tx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pitchFamily="-109" charset="0"/>
              <a:ea typeface="ヒラギノ角ゴ ProN W3" charset="-128"/>
              <a:cs typeface="ヒラギノ角ゴ ProN W3" charset="-128"/>
              <a:sym typeface="Gill Sans" pitchFamily="-109" charset="0"/>
            </a:endParaRPr>
          </a:p>
        </p:txBody>
      </p:sp>
      <p:sp>
        <p:nvSpPr>
          <p:cNvPr id="173059" name="Rectangle 2"/>
          <p:cNvSpPr>
            <a:spLocks/>
          </p:cNvSpPr>
          <p:nvPr/>
        </p:nvSpPr>
        <p:spPr bwMode="auto">
          <a:xfrm>
            <a:off x="1672030" y="3085382"/>
            <a:ext cx="10998200" cy="1816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ct val="110000"/>
              </a:lnSpc>
            </a:pPr>
            <a:r>
              <a:rPr lang="en-US" sz="5600" dirty="0">
                <a:solidFill>
                  <a:schemeClr val="tx1"/>
                </a:solidFill>
                <a:latin typeface="Arial Bold" charset="0"/>
                <a:sym typeface="Arial Bold" charset="0"/>
              </a:rPr>
              <a:t>Title</a:t>
            </a:r>
          </a:p>
          <a:p>
            <a:pPr algn="l">
              <a:lnSpc>
                <a:spcPct val="120000"/>
              </a:lnSpc>
            </a:pPr>
            <a:r>
              <a:rPr lang="en-US" sz="45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Subtitle</a:t>
            </a:r>
          </a:p>
        </p:txBody>
      </p:sp>
      <p:sp>
        <p:nvSpPr>
          <p:cNvPr id="173060" name="Rectangle 3"/>
          <p:cNvSpPr>
            <a:spLocks/>
          </p:cNvSpPr>
          <p:nvPr/>
        </p:nvSpPr>
        <p:spPr bwMode="auto">
          <a:xfrm>
            <a:off x="1683742" y="5850807"/>
            <a:ext cx="10998200" cy="33909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/>
            <a:r>
              <a:rPr lang="en-US" sz="2200" dirty="0">
                <a:solidFill>
                  <a:schemeClr val="tx1"/>
                </a:solidFill>
                <a:latin typeface="Arial" charset="0"/>
                <a:cs typeface="Arial" charset="0"/>
                <a:sym typeface="Arial" charset="0"/>
              </a:rPr>
              <a:t>Content</a:t>
            </a:r>
          </a:p>
        </p:txBody>
      </p:sp>
      <p:sp>
        <p:nvSpPr>
          <p:cNvPr id="173061" name="Rectangle 4"/>
          <p:cNvSpPr>
            <a:spLocks/>
          </p:cNvSpPr>
          <p:nvPr/>
        </p:nvSpPr>
        <p:spPr bwMode="auto">
          <a:xfrm>
            <a:off x="953501" y="28254659"/>
            <a:ext cx="4175298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sym typeface="Arial Bold" charset="0"/>
              </a:rPr>
              <a:t>Course of studies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sym typeface="Arial Bold" charset="0"/>
              </a:rPr>
              <a:t>MM/YYYY</a:t>
            </a:r>
          </a:p>
        </p:txBody>
      </p:sp>
      <p:sp>
        <p:nvSpPr>
          <p:cNvPr id="173062" name="Rectangle 5"/>
          <p:cNvSpPr>
            <a:spLocks/>
          </p:cNvSpPr>
          <p:nvPr/>
        </p:nvSpPr>
        <p:spPr bwMode="auto">
          <a:xfrm>
            <a:off x="5265118" y="28216174"/>
            <a:ext cx="5029200" cy="965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al Bold" charset="0"/>
                <a:sym typeface="Arial Bold" charset="0"/>
              </a:rPr>
              <a:t>Student(s)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3" name="Rectangle 6"/>
          <p:cNvSpPr>
            <a:spLocks/>
          </p:cNvSpPr>
          <p:nvPr/>
        </p:nvSpPr>
        <p:spPr bwMode="auto">
          <a:xfrm>
            <a:off x="10080000" y="28216174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al Bold" charset="0"/>
                <a:sym typeface="Arial Bold" charset="0"/>
              </a:rPr>
              <a:t>Supervisor at FHV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First name Last name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chemeClr val="bg1"/>
              </a:solidFill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173064" name="Rectangle 7"/>
          <p:cNvSpPr>
            <a:spLocks/>
          </p:cNvSpPr>
          <p:nvPr/>
        </p:nvSpPr>
        <p:spPr bwMode="auto">
          <a:xfrm>
            <a:off x="10080000" y="29224286"/>
            <a:ext cx="5029200" cy="673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al Bold" charset="0"/>
                <a:sym typeface="Arial Bold" charset="0"/>
              </a:rPr>
              <a:t>Client company</a:t>
            </a: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al" charset="0"/>
                <a:cs typeface="Arial" charset="0"/>
                <a:sym typeface="Arial" charset="0"/>
              </a:rPr>
              <a:t>First name Last name, company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000" y="36000"/>
            <a:ext cx="216000" cy="216000"/>
            <a:chOff x="0" y="0"/>
            <a:chExt cx="216000" cy="216000"/>
          </a:xfrm>
        </p:grpSpPr>
        <p:cxnSp>
          <p:nvCxnSpPr>
            <p:cNvPr id="6" name="Straight Connector 5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/>
          <p:cNvGrpSpPr/>
          <p:nvPr/>
        </p:nvGrpSpPr>
        <p:grpSpPr>
          <a:xfrm rot="5400000">
            <a:off x="21657600" y="36000"/>
            <a:ext cx="216000" cy="216000"/>
            <a:chOff x="0" y="0"/>
            <a:chExt cx="216000" cy="216000"/>
          </a:xfrm>
        </p:grpSpPr>
        <p:cxnSp>
          <p:nvCxnSpPr>
            <p:cNvPr id="21" name="Straight Connector 20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 rot="10800000">
            <a:off x="21654000" y="30546000"/>
            <a:ext cx="216000" cy="216000"/>
            <a:chOff x="0" y="0"/>
            <a:chExt cx="216000" cy="216000"/>
          </a:xfrm>
        </p:grpSpPr>
        <p:cxnSp>
          <p:nvCxnSpPr>
            <p:cNvPr id="27" name="Straight Connector 26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2" name="Group 31"/>
          <p:cNvGrpSpPr/>
          <p:nvPr/>
        </p:nvGrpSpPr>
        <p:grpSpPr>
          <a:xfrm rot="16200000">
            <a:off x="36000" y="30546000"/>
            <a:ext cx="216000" cy="216000"/>
            <a:chOff x="0" y="0"/>
            <a:chExt cx="216000" cy="216000"/>
          </a:xfrm>
        </p:grpSpPr>
        <p:cxnSp>
          <p:nvCxnSpPr>
            <p:cNvPr id="33" name="Straight Connector 32"/>
            <p:cNvCxnSpPr/>
            <p:nvPr/>
          </p:nvCxnSpPr>
          <p:spPr bwMode="auto">
            <a:xfrm>
              <a:off x="216000" y="0"/>
              <a:ext cx="0" cy="18000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 flipH="1">
              <a:off x="0" y="216000"/>
              <a:ext cx="180000" cy="0"/>
            </a:xfrm>
            <a:prstGeom prst="line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317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518AC738-A716-D7F2-D839-3BA37A908D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7718" y="28552723"/>
            <a:ext cx="4745143" cy="115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6021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itle &amp; Subtitle">
  <a:themeElements>
    <a:clrScheme name="Title &amp; Subtitl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Subtitle">
      <a:majorFont>
        <a:latin typeface="Gill Sans"/>
        <a:ea typeface="ヒラギノ角ゴ ProN W3"/>
        <a:cs typeface="ヒラギノ角ゴ ProN W3"/>
      </a:majorFont>
      <a:minorFont>
        <a:latin typeface="Gill Sans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3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itchFamily="-109" charset="0"/>
            <a:ea typeface="ヒラギノ角ゴ ProN W3" charset="-128"/>
            <a:cs typeface="ヒラギノ角ゴ ProN W3" charset="-128"/>
            <a:sym typeface="Gill Sans" pitchFamily="-10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3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pitchFamily="-109" charset="0"/>
            <a:ea typeface="ヒラギノ角ゴ ProN W3" charset="-128"/>
            <a:cs typeface="ヒラギノ角ゴ ProN W3" charset="-128"/>
            <a:sym typeface="Gill Sans" pitchFamily="-109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0</Pages>
  <Words>185</Words>
  <Characters>0</Characters>
  <Application>Microsoft Macintosh PowerPoint</Application>
  <PresentationFormat>Benutzerdefiniert</PresentationFormat>
  <Lines>0</Lines>
  <Paragraphs>65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Arial Bold</vt:lpstr>
      <vt:lpstr>Calibri</vt:lpstr>
      <vt:lpstr>Gill Sans</vt:lpstr>
      <vt:lpstr>Title &amp; Subtitle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FUNDER Bianca</dc:creator>
  <cp:keywords/>
  <dc:description/>
  <cp:lastModifiedBy>KIRCHBERGER Lea-Magdalena</cp:lastModifiedBy>
  <cp:revision>26</cp:revision>
  <cp:lastPrinted>2015-06-24T10:37:15Z</cp:lastPrinted>
  <dcterms:modified xsi:type="dcterms:W3CDTF">2024-10-22T12:28:29Z</dcterms:modified>
</cp:coreProperties>
</file>